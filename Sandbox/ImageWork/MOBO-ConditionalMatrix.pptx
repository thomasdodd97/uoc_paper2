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93"/>
    <p:restoredTop sz="94635"/>
  </p:normalViewPr>
  <p:slideViewPr>
    <p:cSldViewPr snapToGrid="0">
      <p:cViewPr varScale="1">
        <p:scale>
          <a:sx n="241" d="100"/>
          <a:sy n="241" d="100"/>
        </p:scale>
        <p:origin x="1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1DB3B0-BED4-83B0-8065-D8FAD2606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225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11</cp:revision>
  <dcterms:created xsi:type="dcterms:W3CDTF">2026-01-23T09:58:25Z</dcterms:created>
  <dcterms:modified xsi:type="dcterms:W3CDTF">2026-01-26T14:19:21Z</dcterms:modified>
</cp:coreProperties>
</file>