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2"/>
    <p:restoredTop sz="94635"/>
  </p:normalViewPr>
  <p:slideViewPr>
    <p:cSldViewPr snapToGrid="0">
      <p:cViewPr varScale="1">
        <p:scale>
          <a:sx n="241" d="100"/>
          <a:sy n="24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303227-F585-9DCA-1543-02CA10B6B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469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6</cp:revision>
  <dcterms:created xsi:type="dcterms:W3CDTF">2026-01-23T09:58:25Z</dcterms:created>
  <dcterms:modified xsi:type="dcterms:W3CDTF">2026-01-26T14:03:36Z</dcterms:modified>
</cp:coreProperties>
</file>