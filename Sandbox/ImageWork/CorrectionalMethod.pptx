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457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13"/>
    <p:restoredTop sz="94635"/>
  </p:normalViewPr>
  <p:slideViewPr>
    <p:cSldViewPr snapToGrid="0">
      <p:cViewPr varScale="1">
        <p:scale>
          <a:sx n="241" d="100"/>
          <a:sy n="241" d="100"/>
        </p:scale>
        <p:origin x="1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748242"/>
            <a:ext cx="38862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81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139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139826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3059643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0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60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" y="243417"/>
            <a:ext cx="3943350" cy="88370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120775"/>
            <a:ext cx="1934170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670050"/>
            <a:ext cx="1934170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120775"/>
            <a:ext cx="1943696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670050"/>
            <a:ext cx="1943696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38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1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658284"/>
            <a:ext cx="2314575" cy="324908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27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658284"/>
            <a:ext cx="2314575" cy="324908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0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65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243416"/>
            <a:ext cx="985838" cy="387455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43416"/>
            <a:ext cx="2900363" cy="387455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85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FF55BE-5FB8-9643-BEAB-7EFE7879A8C0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7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3D9FFF-10A3-2EA6-9150-40C92B3BE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581400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047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Ishbel Speirs</dc:creator>
  <cp:lastModifiedBy>Ishbel Speirs</cp:lastModifiedBy>
  <cp:revision>7</cp:revision>
  <dcterms:created xsi:type="dcterms:W3CDTF">2026-01-23T09:58:25Z</dcterms:created>
  <dcterms:modified xsi:type="dcterms:W3CDTF">2026-01-26T14:05:56Z</dcterms:modified>
</cp:coreProperties>
</file>