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45720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01"/>
    <p:restoredTop sz="94635"/>
  </p:normalViewPr>
  <p:slideViewPr>
    <p:cSldViewPr snapToGrid="0">
      <p:cViewPr varScale="1">
        <p:scale>
          <a:sx n="241" d="100"/>
          <a:sy n="241" d="100"/>
        </p:scale>
        <p:origin x="2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748242"/>
            <a:ext cx="38862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481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139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4" y="1139826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4" y="3059643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82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701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860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0" y="243417"/>
            <a:ext cx="3943350" cy="88370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1" y="1120775"/>
            <a:ext cx="1934170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1" y="1670050"/>
            <a:ext cx="1934170" cy="24563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" y="1120775"/>
            <a:ext cx="1943696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" y="1670050"/>
            <a:ext cx="1943696" cy="24563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638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22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81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" y="658284"/>
            <a:ext cx="2314575" cy="324908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427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" y="658284"/>
            <a:ext cx="2314575" cy="3249083"/>
          </a:xfrm>
        </p:spPr>
        <p:txBody>
          <a:bodyPr anchor="t"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40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865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8" y="243416"/>
            <a:ext cx="985838" cy="387455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243416"/>
            <a:ext cx="2900363" cy="387455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851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" y="4237568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775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55FCB1-4C6D-B9D8-F872-26EB82DD7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886200" cy="349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047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130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Ishbel Speirs</dc:creator>
  <cp:lastModifiedBy>Ishbel Speirs</cp:lastModifiedBy>
  <cp:revision>7</cp:revision>
  <dcterms:created xsi:type="dcterms:W3CDTF">2026-01-23T09:58:25Z</dcterms:created>
  <dcterms:modified xsi:type="dcterms:W3CDTF">2026-01-26T14:06:29Z</dcterms:modified>
</cp:coreProperties>
</file>